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14c22988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e14c22988d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14c22988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14c22988d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14c22988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14c22988d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4c22988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14c22988d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14c22988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14c22988d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57200" y="109728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Transcript Intelligence Platform</a:t>
            </a:r>
            <a:endParaRPr sz="3000"/>
          </a:p>
        </p:txBody>
      </p:sp>
      <p:sp>
        <p:nvSpPr>
          <p:cNvPr id="86" name="Google Shape;86;p13"/>
          <p:cNvSpPr txBox="1"/>
          <p:nvPr/>
        </p:nvSpPr>
        <p:spPr>
          <a:xfrm>
            <a:off x="648850" y="1497375"/>
            <a:ext cx="6828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Insights from 100 Enterprise Meeting Transcripts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000"/>
            </a:br>
            <a:r>
              <a:rPr lang="en-US" sz="3000"/>
              <a:t>Dhanaraj (Raj) Patil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Senior Software Engineer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457200" y="109728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3000"/>
          </a:p>
        </p:txBody>
      </p:sp>
      <p:sp>
        <p:nvSpPr>
          <p:cNvPr id="93" name="Google Shape;93;p14"/>
          <p:cNvSpPr txBox="1"/>
          <p:nvPr/>
        </p:nvSpPr>
        <p:spPr>
          <a:xfrm>
            <a:off x="640080" y="1097280"/>
            <a:ext cx="80466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Build a transcript intelligence pipeline that converts unstructured transcript data into actionable business insights.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Goals: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Normalize transcript data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Categorize meetings into business themes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Analyze sentiment trends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Detect operational risks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57200" y="109728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sz="3000"/>
          </a:p>
        </p:txBody>
      </p:sp>
      <p:sp>
        <p:nvSpPr>
          <p:cNvPr id="100" name="Google Shape;100;p15"/>
          <p:cNvSpPr txBox="1"/>
          <p:nvPr/>
        </p:nvSpPr>
        <p:spPr>
          <a:xfrm>
            <a:off x="389325" y="1097275"/>
            <a:ext cx="82974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100 enterprise meeting transcript folders analyzed.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Available data included: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Meeting Metadata 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Full Transcript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Summary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Topics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Sentiment Scores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Action items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Speaker metadata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457200" y="109728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Pipeline</a:t>
            </a:r>
            <a:endParaRPr sz="3000"/>
          </a:p>
        </p:txBody>
      </p:sp>
      <p:sp>
        <p:nvSpPr>
          <p:cNvPr id="107" name="Google Shape;107;p16"/>
          <p:cNvSpPr txBox="1"/>
          <p:nvPr/>
        </p:nvSpPr>
        <p:spPr>
          <a:xfrm>
            <a:off x="640080" y="1097280"/>
            <a:ext cx="8046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1. Load transcript JSON files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2. Normalize into </a:t>
            </a: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structured</a:t>
            </a: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pandas dataframe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3. Extract transcript </a:t>
            </a: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metadata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4. Categorize meetings using topic/keyword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5. Analyze sentiment and operational trends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business insights and risks 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457200" y="109728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3000"/>
          </a:p>
        </p:txBody>
      </p:sp>
      <p:sp>
        <p:nvSpPr>
          <p:cNvPr id="114" name="Google Shape;114;p17"/>
          <p:cNvSpPr txBox="1"/>
          <p:nvPr/>
        </p:nvSpPr>
        <p:spPr>
          <a:xfrm>
            <a:off x="640080" y="1097280"/>
            <a:ext cx="8046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67% meetings were Support / Incident related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33% focused on Competitive Intelligence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Most meetings were mixed-positive or mixed-negative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Competitive meetings had lower sentiment scores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Outages, compliance, and security were dominant themes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457200" y="109728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Meeting Distribution by Category</a:t>
            </a:r>
            <a:endParaRPr/>
          </a:p>
        </p:txBody>
      </p:sp>
      <p:pic>
        <p:nvPicPr>
          <p:cNvPr descr="cat_chart2.pn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188720"/>
            <a:ext cx="6858001" cy="539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457200" y="109728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Sentiment Distribution</a:t>
            </a:r>
            <a:endParaRPr/>
          </a:p>
        </p:txBody>
      </p:sp>
      <p:pic>
        <p:nvPicPr>
          <p:cNvPr descr="sent_chart2.png"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188720"/>
            <a:ext cx="6857999" cy="4773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457200" y="109728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Sentiment Score By Category</a:t>
            </a:r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685"/>
          <a:stretch/>
        </p:blipFill>
        <p:spPr>
          <a:xfrm>
            <a:off x="808650" y="1045050"/>
            <a:ext cx="6948199" cy="51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457200" y="109728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Recurring Themes Identified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640080" y="1097280"/>
            <a:ext cx="8046600" cy="5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Top recurring themes across transcripts:</a:t>
            </a:r>
            <a:endParaRPr sz="28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Compliance (61 mentions)</a:t>
            </a:r>
            <a:endParaRPr sz="28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Security (60 mentions)</a:t>
            </a:r>
            <a:endParaRPr sz="28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Reporting (56 mentions)</a:t>
            </a:r>
            <a:endParaRPr sz="28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Outage (46 mentions)</a:t>
            </a:r>
            <a:endParaRPr sz="28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Feature Requests (42 mentions)</a:t>
            </a:r>
            <a:endParaRPr sz="28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Integration Challenges (38 mentions)</a:t>
            </a:r>
            <a:endParaRPr sz="28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Roadmap Discussions (37 mentions)</a:t>
            </a:r>
            <a:endParaRPr sz="28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457200" y="109728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Risk Signals</a:t>
            </a:r>
            <a:endParaRPr sz="3000"/>
          </a:p>
        </p:txBody>
      </p:sp>
      <p:sp>
        <p:nvSpPr>
          <p:cNvPr id="149" name="Google Shape;149;p22"/>
          <p:cNvSpPr txBox="1"/>
          <p:nvPr/>
        </p:nvSpPr>
        <p:spPr>
          <a:xfrm>
            <a:off x="640080" y="1097280"/>
            <a:ext cx="8046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46 outage-related discussions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31 renewal-related discussions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17 escalations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25 risk-related mentions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Negative sentiment strongly correlated with outages and </a:t>
            </a: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escalation meetings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457200" y="109728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Insights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640080" y="1097280"/>
            <a:ext cx="80466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Key observations: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Competitive Intelligence meetings had lower sentiment scores (3.03)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Support / Incident meetings dominated operational workload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Longer meetings correlated with higher sentiment scores (0.36 correlation)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Action item counts remained consistently high across all meeting types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457200" y="109728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Potential Business Value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640080" y="1097280"/>
            <a:ext cx="8046600" cy="5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Transcript intelligence can help: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Detect customer risk earlier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Prioritize recurring product pain points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Identify operational instability trends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Improve executive visibility into customer</a:t>
            </a: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issues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Support roadmap prioritization using customer evidence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457200" y="109728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  <a:endParaRPr sz="3000"/>
          </a:p>
        </p:txBody>
      </p:sp>
      <p:sp>
        <p:nvSpPr>
          <p:cNvPr id="170" name="Google Shape;170;p25"/>
          <p:cNvSpPr txBox="1"/>
          <p:nvPr/>
        </p:nvSpPr>
        <p:spPr>
          <a:xfrm>
            <a:off x="640080" y="1097280"/>
            <a:ext cx="8046600" cy="3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Potential next steps: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LLM-powered clustering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Semantic search over meetings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Real-time transcript analysis</a:t>
            </a:r>
            <a:b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Automated customer risk scoring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AI generated executive summaries 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457200" y="109728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000"/>
          </a:p>
        </p:txBody>
      </p:sp>
      <p:sp>
        <p:nvSpPr>
          <p:cNvPr id="177" name="Google Shape;177;p26"/>
          <p:cNvSpPr txBox="1"/>
          <p:nvPr/>
        </p:nvSpPr>
        <p:spPr>
          <a:xfrm>
            <a:off x="640080" y="1097280"/>
            <a:ext cx="80466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project demonstrates how unstructured enterprise meeting transcripts can be transformed into structured operational and business intelligence using scalable analytics pipelines.</a:t>
            </a:r>
            <a:endParaRPr sz="30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